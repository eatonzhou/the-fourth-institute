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Acquire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C0 F</c:v>
                </c:pt>
                <c:pt idx="1">
                  <c:v>C0 X</c:v>
                </c:pt>
                <c:pt idx="2">
                  <c:v>C1 F</c:v>
                </c:pt>
                <c:pt idx="3">
                  <c:v>C1 X</c:v>
                </c:pt>
                <c:pt idx="4">
                  <c:v>L0 F</c:v>
                </c:pt>
                <c:pt idx="5">
                  <c:v>L0 X</c:v>
                </c:pt>
                <c:pt idx="6">
                  <c:v>L1 F</c:v>
                </c:pt>
                <c:pt idx="7">
                  <c:v>L1 X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0.816320581675966</c:v>
                </c:pt>
                <c:pt idx="1">
                  <c:v>0.585611290352557</c:v>
                </c:pt>
                <c:pt idx="2">
                  <c:v>0.762084994376452</c:v>
                </c:pt>
                <c:pt idx="3">
                  <c:v>0.606435462630299</c:v>
                </c:pt>
                <c:pt idx="4">
                  <c:v>0.618518475549729</c:v>
                </c:pt>
                <c:pt idx="5">
                  <c:v>0.628620649566905</c:v>
                </c:pt>
                <c:pt idx="6">
                  <c:v>0.609950679295077</c:v>
                </c:pt>
                <c:pt idx="7">
                  <c:v>0.607658263234092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Reverse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C0 F</c:v>
                </c:pt>
                <c:pt idx="1">
                  <c:v>C0 X</c:v>
                </c:pt>
                <c:pt idx="2">
                  <c:v>C1 F</c:v>
                </c:pt>
                <c:pt idx="3">
                  <c:v>C1 X</c:v>
                </c:pt>
                <c:pt idx="4">
                  <c:v>L0 F</c:v>
                </c:pt>
                <c:pt idx="5">
                  <c:v>L0 X</c:v>
                </c:pt>
                <c:pt idx="6">
                  <c:v>L1 F</c:v>
                </c:pt>
                <c:pt idx="7">
                  <c:v>L1 X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0.49333060353947</c:v>
                </c:pt>
                <c:pt idx="1">
                  <c:v>0.514071353399706</c:v>
                </c:pt>
                <c:pt idx="2">
                  <c:v>0.627805023754867</c:v>
                </c:pt>
                <c:pt idx="3">
                  <c:v>0.572240224321059</c:v>
                </c:pt>
                <c:pt idx="4">
                  <c:v>0.589346664970769</c:v>
                </c:pt>
                <c:pt idx="5">
                  <c:v>0.615565629356772</c:v>
                </c:pt>
                <c:pt idx="6">
                  <c:v>0.597436146294726</c:v>
                </c:pt>
                <c:pt idx="7">
                  <c:v>0.634731114418523</c:v>
                </c:pt>
              </c:numCache>
            </c:numRef>
          </c:val>
        </c:ser>
        <c:gapWidth val="100"/>
        <c:overlap val="0"/>
        <c:axId val="6097859"/>
        <c:axId val="62038167"/>
      </c:barChart>
      <c:catAx>
        <c:axId val="6097859"/>
        <c:scaling>
          <c:orientation val="minMax"/>
        </c:scaling>
        <c:delete val="0"/>
        <c:axPos val="b"/>
        <c:numFmt formatCode="[$-804]yyyy/m/d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62038167"/>
        <c:crosses val="autoZero"/>
        <c:auto val="1"/>
        <c:lblAlgn val="ctr"/>
        <c:lblOffset val="100"/>
        <c:noMultiLvlLbl val="0"/>
      </c:catAx>
      <c:valAx>
        <c:axId val="62038167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6097859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Safe contact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g0 copy</c:v>
                </c:pt>
                <c:pt idx="1">
                  <c:v>g0 zero</c:v>
                </c:pt>
                <c:pt idx="2">
                  <c:v>g0 swap</c:v>
                </c:pt>
                <c:pt idx="3">
                  <c:v>g1 copy</c:v>
                </c:pt>
                <c:pt idx="4">
                  <c:v>g1 zero</c:v>
                </c:pt>
                <c:pt idx="5">
                  <c:v>g1 swap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0.883747185795226</c:v>
                </c:pt>
                <c:pt idx="1">
                  <c:v>0.883747185795226</c:v>
                </c:pt>
                <c:pt idx="2">
                  <c:v>0.883747185795226</c:v>
                </c:pt>
                <c:pt idx="3">
                  <c:v>0.832410675127626</c:v>
                </c:pt>
                <c:pt idx="4">
                  <c:v>0.833255395958274</c:v>
                </c:pt>
                <c:pt idx="5">
                  <c:v>0.825823863670653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Born in probe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g0 copy</c:v>
                </c:pt>
                <c:pt idx="1">
                  <c:v>g0 zero</c:v>
                </c:pt>
                <c:pt idx="2">
                  <c:v>g0 swap</c:v>
                </c:pt>
                <c:pt idx="3">
                  <c:v>g1 copy</c:v>
                </c:pt>
                <c:pt idx="4">
                  <c:v>g1 zero</c:v>
                </c:pt>
                <c:pt idx="5">
                  <c:v>g1 swap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0.587983117408254</c:v>
                </c:pt>
                <c:pt idx="1">
                  <c:v>0.587983117408254</c:v>
                </c:pt>
                <c:pt idx="2">
                  <c:v>0.587983117408254</c:v>
                </c:pt>
                <c:pt idx="3">
                  <c:v>0.604664689017542</c:v>
                </c:pt>
                <c:pt idx="4">
                  <c:v>0.60265627518524</c:v>
                </c:pt>
                <c:pt idx="5">
                  <c:v>0.599336215158129</c:v>
                </c:pt>
              </c:numCache>
            </c:numRef>
          </c:val>
        </c:ser>
        <c:gapWidth val="100"/>
        <c:overlap val="0"/>
        <c:axId val="25884023"/>
        <c:axId val="88222660"/>
      </c:barChart>
      <c:catAx>
        <c:axId val="25884023"/>
        <c:scaling>
          <c:orientation val="minMax"/>
        </c:scaling>
        <c:delete val="0"/>
        <c:axPos val="b"/>
        <c:numFmt formatCode="[$-804]yyyy/m/d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88222660"/>
        <c:crosses val="autoZero"/>
        <c:auto val="1"/>
        <c:lblAlgn val="ctr"/>
        <c:lblOffset val="100"/>
        <c:noMultiLvlLbl val="0"/>
      </c:catAx>
      <c:valAx>
        <c:axId val="88222660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25884023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7BBF10-6BF7-4CC5-8EF3-6E91298057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755D6D-0DC8-438A-8F8B-1382E24F8A4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rcRect l="3110" t="12205" r="76890" b="47795"/>
          <a:stretch/>
        </p:blipFill>
        <p:spPr>
          <a:xfrm>
            <a:off x="468000" y="1170000"/>
            <a:ext cx="1259640" cy="1259640"/>
          </a:xfrm>
          <a:prstGeom prst="rect">
            <a:avLst/>
          </a:prstGeom>
          <a:ln w="0">
            <a:noFill/>
          </a:ln>
        </p:spPr>
      </p:pic>
      <p:pic>
        <p:nvPicPr>
          <p:cNvPr id="7" name="" descr=""/>
          <p:cNvPicPr/>
          <p:nvPr/>
        </p:nvPicPr>
        <p:blipFill>
          <a:blip r:embed="rId2"/>
          <a:srcRect l="3110" t="12205" r="76890" b="47795"/>
          <a:stretch/>
        </p:blipFill>
        <p:spPr>
          <a:xfrm>
            <a:off x="2232000" y="1170000"/>
            <a:ext cx="1259640" cy="125964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3"/>
          <a:srcRect l="52520" t="12205" r="27480" b="47795"/>
          <a:stretch/>
        </p:blipFill>
        <p:spPr>
          <a:xfrm>
            <a:off x="468000" y="2592000"/>
            <a:ext cx="1259640" cy="125964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4"/>
          <a:srcRect l="52520" t="12205" r="27480" b="47795"/>
          <a:stretch/>
        </p:blipFill>
        <p:spPr>
          <a:xfrm>
            <a:off x="2232000" y="2592000"/>
            <a:ext cx="1259640" cy="1259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" name=""/>
          <p:cNvGraphicFramePr/>
          <p:nvPr/>
        </p:nvGraphicFramePr>
        <p:xfrm>
          <a:off x="3960000" y="1044000"/>
          <a:ext cx="5759640" cy="203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="3960000" y="3600000"/>
          <a:ext cx="5759640" cy="158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"/>
          <p:cNvSpPr/>
          <p:nvPr/>
        </p:nvSpPr>
        <p:spPr>
          <a:xfrm>
            <a:off x="360000" y="180000"/>
            <a:ext cx="935964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Density-regulated material CA • external supply • central action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504000"/>
            <a:ext cx="93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Acquisition with new tissue; correct newborn copying is not required in this finite window.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60000" y="720000"/>
            <a:ext cx="3491640" cy="67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A  Real compact bodies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68000" y="936000"/>
            <a:ext cx="12596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Life 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232000" y="936000"/>
            <a:ext cx="1259640" cy="16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Fast, t = 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68000" y="2358000"/>
            <a:ext cx="1259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g0: safe on left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232000" y="2358000"/>
            <a:ext cx="1259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g0: acquired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68000" y="3852000"/>
            <a:ext cx="1331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g1: safe on right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232000" y="3852000"/>
            <a:ext cx="11876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g1: acquired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60000" y="4140000"/>
            <a:ext cx="34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Retained post-life0 tissue at 256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60000" y="4401000"/>
            <a:ext cx="341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g0: 83.22%     g1: 83.70%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0000" y="4675680"/>
            <a:ext cx="34196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Births coexist with net growth.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This is not one-for-one old-tissue replacement.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Saved density views; green safe / red harmful.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960000" y="720000"/>
            <a:ext cx="575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B  Safe-contact share: acquisition and reversal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960000" y="3078000"/>
            <a:ext cx="575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 / L = compact / long; 0 / 1 = meaning; F / X = fast / fixed.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Acquire: compact fast 2/2; fixed 0/2; long fast 0/2. Reverse: 0/8.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960000" y="3420000"/>
            <a:ext cx="575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  Two actual 256 parents → six stop-writing futures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960000" y="5112000"/>
            <a:ext cx="5759640" cy="33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g0 safe = .884; physics/actions identical. g1 safe = .832 / .833 / .826.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Copy / same-fee zero / norm-preserving swap; all retain safe contact.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0000" y="5407200"/>
            <a:ext cx="9359640" cy="30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Physical feedback remains ON. Different host from local-motor Fig3; these are not one continuous life.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0000" y="3960000"/>
            <a:ext cx="34916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Acquire safe M: 75.14 / 68.96 (64-step means)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60000" y="5191560"/>
            <a:ext cx="34916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Long-body tails after 512 missing; no retention score.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2026-10-19T17:55:18Z</dcterms:created>
  <dc:creator/>
  <dc:description/>
  <dc:language>zh-CN</dc:language>
  <cp:lastModifiedBy/>
  <dcterms:modified xsi:type="dcterms:W3CDTF">2026-10-19T18:11:51Z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