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6EC962-EC99-4408-88BF-35585A9155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0F5946-5E33-4185-868F-CD84E118C08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360000" y="180000"/>
            <a:ext cx="9359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Regenerative host • fixed physiology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540000"/>
            <a:ext cx="93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Finite ring replacement | 2 tapes × 4 initial bodies × 2 deletion layouts | 256 steps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rcRect l="3569" t="7213" r="84823" b="72792"/>
          <a:stretch/>
        </p:blipFill>
        <p:spPr>
          <a:xfrm>
            <a:off x="450000" y="1242000"/>
            <a:ext cx="1331640" cy="1374840"/>
          </a:xfrm>
          <a:prstGeom prst="rect">
            <a:avLst/>
          </a:prstGeom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2"/>
          <a:srcRect l="52384" t="7213" r="36008" b="72792"/>
          <a:stretch/>
        </p:blipFill>
        <p:spPr>
          <a:xfrm>
            <a:off x="2250000" y="1242000"/>
            <a:ext cx="1331640" cy="1374840"/>
          </a:xfrm>
          <a:prstGeom prst="rect">
            <a:avLst/>
          </a:prstGeom>
          <a:ln w="0">
            <a:noFill/>
          </a:ln>
        </p:spPr>
      </p:pic>
      <p:pic>
        <p:nvPicPr>
          <p:cNvPr id="9" name="" descr=""/>
          <p:cNvPicPr/>
          <p:nvPr/>
        </p:nvPicPr>
        <p:blipFill>
          <a:blip r:embed="rId3"/>
          <a:srcRect l="84873" t="7213" r="3491" b="72792"/>
          <a:stretch/>
        </p:blipFill>
        <p:spPr>
          <a:xfrm>
            <a:off x="4050000" y="1242000"/>
            <a:ext cx="1331640" cy="137484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4"/>
          <a:srcRect l="84873" t="30926" r="3491" b="49079"/>
          <a:stretch/>
        </p:blipFill>
        <p:spPr>
          <a:xfrm>
            <a:off x="5850000" y="1242000"/>
            <a:ext cx="1331640" cy="137484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/>
          <p:nvPr/>
        </p:nvSpPr>
        <p:spPr>
          <a:xfrm>
            <a:off x="360000" y="900000"/>
            <a:ext cx="917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A  Saved density fields | input tape 202610195601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450000" y="2617200"/>
            <a:ext cx="15296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 = 0 (given ring)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250000" y="2617200"/>
            <a:ext cx="17096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greedy, t = 128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4050000" y="2617200"/>
            <a:ext cx="17096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greedy, t = 256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850000" y="2617200"/>
            <a:ext cx="15296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uniform, t = 256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380000" y="1260000"/>
            <a:ext cx="2339640" cy="16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Density rho: 0–0.5983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Purple → yellow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Same spatial crop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 prescribed ring persists;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its density redistributes.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Not de novo ring formation.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60000" y="3060000"/>
            <a:ext cx="467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B  All 16 trajectories | joint window test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400000" y="3060000"/>
            <a:ext cx="431964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  Live birth-cohort mass at t = 256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" name=""/>
          <p:cNvGraphicFramePr/>
          <p:nvPr/>
        </p:nvGraphicFramePr>
        <p:xfrm>
          <a:off x="450000" y="3420000"/>
          <a:ext cx="4680000" cy="1312200"/>
        </p:xfrm>
        <a:graphic>
          <a:graphicData uri="http://schemas.openxmlformats.org/drawingml/2006/table">
            <a:tbl>
              <a:tblPr/>
              <a:tblGrid>
                <a:gridCol w="936000"/>
                <a:gridCol w="936000"/>
                <a:gridCol w="936000"/>
                <a:gridCol w="936000"/>
                <a:gridCol w="936360"/>
              </a:tblGrid>
              <a:tr h="2430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Initial body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5601 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5601 U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5602 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5602 U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Compact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PASS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PASS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PASS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PASS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Double lobe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Separated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FAIL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="5490000" y="3420000"/>
          <a:ext cx="4139640" cy="1298520"/>
        </p:xfrm>
        <a:graphic>
          <a:graphicData uri="http://schemas.openxmlformats.org/drawingml/2006/table">
            <a:tbl>
              <a:tblPr/>
              <a:tblGrid>
                <a:gridCol w="828000"/>
                <a:gridCol w="828000"/>
                <a:gridCol w="828000"/>
                <a:gridCol w="828000"/>
                <a:gridCol w="828000"/>
              </a:tblGrid>
              <a:tr h="259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Tape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Layout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Founder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Born&gt;0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Born&gt;128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9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Greedy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36.87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35.69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22.03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9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Uniform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36.60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35.66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22.07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99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Greedy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36.18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35.31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22.00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5602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Uniform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35.98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35.43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21.95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"/>
          <p:cNvSpPr/>
          <p:nvPr/>
        </p:nvSpPr>
        <p:spPr>
          <a:xfrm>
            <a:off x="360000" y="4860000"/>
            <a:ext cx="48596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 = original prestate greedy; U = uniform.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PASS: all four 64-step windows; last-two result identical.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400000" y="4860000"/>
            <a:ext cx="431964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Founder initially 64; Born&gt;128 is a subset of Born&gt;0.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Both labels are observers, never inputs to the rule.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0000" y="5220000"/>
            <a:ext cx="935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Only ring passes (4/16); original greedy already supports renewal.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Renewal is supported here; cue learning was tested in a different, non-renewing host.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2026-10-19T09:54:37Z</dcterms:created>
  <dc:creator/>
  <dc:description/>
  <dc:language>zh-CN</dc:language>
  <cp:lastModifiedBy/>
  <cp:lastPrinted>2026-10-19T10:16:58Z</cp:lastPrinted>
  <dcterms:modified xsi:type="dcterms:W3CDTF">2026-10-19T14:14:59Z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